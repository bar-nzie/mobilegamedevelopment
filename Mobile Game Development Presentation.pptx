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FB5CE-1AAC-AE20-99D6-BFBD3122F1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ABA7D8-6AC1-7823-F37C-F498A7726A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9DD5D-4552-E4E5-383E-7BC7461BC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88B40-8E80-4791-BA32-6A3D7E3A79C3}" type="datetimeFigureOut">
              <a:rPr lang="en-GB" smtClean="0"/>
              <a:t>03/01/2026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09663-6338-40F2-7889-A2CD62789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5EF8C3-C2AC-CDC7-76E7-61CD09AB7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06C18-D4D0-4106-83EA-0712F3A2FF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4697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68158-283A-9A47-35C9-2DB9E4C20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8C68B-5E92-DA57-5041-BEBBF0B27B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C8EB43-D8D6-50C0-F9CA-D1FCDFCB2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88B40-8E80-4791-BA32-6A3D7E3A79C3}" type="datetimeFigureOut">
              <a:rPr lang="en-GB" smtClean="0"/>
              <a:t>03/01/2026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AA6AFC-706E-82D7-F4E0-085387078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97FD5-C318-5C81-94D2-FDB58620E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06C18-D4D0-4106-83EA-0712F3A2FF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8642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90A67-70B6-40FB-A27A-A8743AEC4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0AAA45-2E3E-7832-DBA8-0E183BD8E9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53034-3C7B-B3E0-BC38-5E4D31EFF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88B40-8E80-4791-BA32-6A3D7E3A79C3}" type="datetimeFigureOut">
              <a:rPr lang="en-GB" smtClean="0"/>
              <a:t>03/01/2026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B8EC44-77B3-9F6C-FF5C-407740A3C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C5D160-2CBA-955D-9653-C9F0B3D33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06C18-D4D0-4106-83EA-0712F3A2FF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242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70371-89B3-250B-FFBE-C2A3FDD07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B543A-B685-51CB-B4E1-23166393B7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90C876-A545-B36F-823D-254EC757A3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E2AA23-745B-FBCD-16CB-CA3C09155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88B40-8E80-4791-BA32-6A3D7E3A79C3}" type="datetimeFigureOut">
              <a:rPr lang="en-GB" smtClean="0"/>
              <a:t>03/01/2026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799ACC-6805-6896-DA66-7B81424A7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3A48C7-3CCA-D098-7F97-AAE5217B1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06C18-D4D0-4106-83EA-0712F3A2FF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1882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F15FF-DEAD-5BA4-E2ED-BC362CBE2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0EE8EA-C3D9-0E27-CF18-5DDFED7F5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C63221-27E4-FE1A-B0E4-0D5DCE291E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C5FA65-517B-17E9-5EA8-9ACB179842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8757DD-B02E-0471-CC90-5057A21697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CC0825-EC78-B816-4F58-A4F04F425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88B40-8E80-4791-BA32-6A3D7E3A79C3}" type="datetimeFigureOut">
              <a:rPr lang="en-GB" smtClean="0"/>
              <a:t>03/01/2026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5D6A48-B334-C33D-52E8-505B211C0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B0BC32-E4A4-0A05-D608-07E8374D9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06C18-D4D0-4106-83EA-0712F3A2FF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5940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C486F-DB0F-9917-854F-6F79CB4FE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6AED4D-E4F0-D2A8-6ADB-959AB4AB2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88B40-8E80-4791-BA32-6A3D7E3A79C3}" type="datetimeFigureOut">
              <a:rPr lang="en-GB" smtClean="0"/>
              <a:t>03/01/2026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CAB74D-436E-F71A-05EA-6E72AF0B4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26503B-C8A5-0E03-B99C-F247BA4CB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06C18-D4D0-4106-83EA-0712F3A2FF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5323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CFC032-6CD1-0FAA-B762-508EB8728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88B40-8E80-4791-BA32-6A3D7E3A79C3}" type="datetimeFigureOut">
              <a:rPr lang="en-GB" smtClean="0"/>
              <a:t>03/01/2026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64DFB7-AB15-FBB7-DB92-79C9CE775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210222-2879-84C6-07A2-E1C9E0712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06C18-D4D0-4106-83EA-0712F3A2FF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2606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37E4D-2727-2DD9-0B8A-C9C5C39DF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F3D12-9C5F-2403-D48D-8F484AA86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C3A384-BD36-CFD9-5CBE-CB7FBE2295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6824B9-2EE7-BC81-1069-CDBC29F90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88B40-8E80-4791-BA32-6A3D7E3A79C3}" type="datetimeFigureOut">
              <a:rPr lang="en-GB" smtClean="0"/>
              <a:t>03/01/2026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8386FC-05F4-4DF2-289F-B56060CCF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16AE1F-ADE4-A97B-5332-91887856F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06C18-D4D0-4106-83EA-0712F3A2FF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7968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43FC7-ACA4-6AB4-6F1E-EFF6396EB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CC89F2-D8E5-0FFA-C417-655C501D45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F77D3C-8687-B11E-8943-7E52137901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B4A6F2-6188-69F7-545C-62C7A8FA4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88B40-8E80-4791-BA32-6A3D7E3A79C3}" type="datetimeFigureOut">
              <a:rPr lang="en-GB" smtClean="0"/>
              <a:t>03/01/2026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A8E588-A908-F6E6-F9B1-F2B8C2CE7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1C2A5B-8BC4-E72E-6543-DD4641A8D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06C18-D4D0-4106-83EA-0712F3A2FF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124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53A74-F0A6-AA0B-06DE-28DE094D4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25BE49-7C17-AFD5-641A-A0B1BA00B4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F82E5-6F56-731F-EFC2-F691A1340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88B40-8E80-4791-BA32-6A3D7E3A79C3}" type="datetimeFigureOut">
              <a:rPr lang="en-GB" smtClean="0"/>
              <a:t>03/01/2026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81826-66D9-DEC6-1C8A-9DA9B690F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B797C-6F6D-A3D1-9B8D-1B610E7DC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06C18-D4D0-4106-83EA-0712F3A2FF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8244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F7EF87-D8C8-E942-455E-A9750157E8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985BF2-87B5-BCF7-24A3-C025B0DA11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E2C581-F783-49BD-3AFD-CE14C08A7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88B40-8E80-4791-BA32-6A3D7E3A79C3}" type="datetimeFigureOut">
              <a:rPr lang="en-GB" smtClean="0"/>
              <a:t>03/01/2026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56B756-F7C3-F14E-C9BD-FB2B42314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4010E-67FE-BEB4-2273-B01861CD2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06C18-D4D0-4106-83EA-0712F3A2FF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2895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07B986-6D80-CF05-405D-3C8ABBC47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9474D8-C8ED-3993-396D-1922C79FBD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7C27F9-7BF3-C5DE-FED1-A88E0D737D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888B40-8E80-4791-BA32-6A3D7E3A79C3}" type="datetimeFigureOut">
              <a:rPr lang="en-GB" smtClean="0"/>
              <a:t>03/01/2026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876DCB-8275-4BF3-0859-4AC742B110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2B142F-8CB8-C2F7-DFA4-0965D12520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606C18-D4D0-4106-83EA-0712F3A2FF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1192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E5E9F-4E8E-4EDA-29F9-FFCBDE6B9A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Mobile Game Development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5CDE33-D6E9-2963-9956-FC6C2ED435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By Joshua Barnes</a:t>
            </a:r>
          </a:p>
        </p:txBody>
      </p:sp>
    </p:spTree>
    <p:extLst>
      <p:ext uri="{BB962C8B-B14F-4D97-AF65-F5344CB8AC3E}">
        <p14:creationId xmlns:p14="http://schemas.microsoft.com/office/powerpoint/2010/main" val="1544800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19D16-7BF8-D366-6125-C53E50C3C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Initial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8260A-72C0-5EB4-12B2-924F43547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To develop a simulation game.</a:t>
            </a:r>
          </a:p>
          <a:p>
            <a:r>
              <a:rPr lang="en-GB" dirty="0"/>
              <a:t>Farming game that follows some core mechanics similar to games like: Hay Day and Farmville.</a:t>
            </a:r>
          </a:p>
          <a:p>
            <a:r>
              <a:rPr lang="en-GB" dirty="0"/>
              <a:t>The difference being that this game will involve mini games that take advantage of controls only mobile devices have.</a:t>
            </a:r>
          </a:p>
        </p:txBody>
      </p:sp>
    </p:spTree>
    <p:extLst>
      <p:ext uri="{BB962C8B-B14F-4D97-AF65-F5344CB8AC3E}">
        <p14:creationId xmlns:p14="http://schemas.microsoft.com/office/powerpoint/2010/main" val="3339110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EC4EE-1B26-3EC5-9BF3-1303D77DD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simulation?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58626-05CC-8CC7-3E63-1944C6D5E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86528" cy="4351338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The following image shows the downloads of simulation games and the revenue made.</a:t>
            </a:r>
          </a:p>
          <a:p>
            <a:r>
              <a:rPr lang="en-GB" dirty="0"/>
              <a:t>200+ Mobile Gaming Market Statistics [2025 Report] shows that simulation and puzzle were the most downloaded mobile game genres</a:t>
            </a:r>
          </a:p>
          <a:p>
            <a:r>
              <a:rPr lang="en-GB" dirty="0"/>
              <a:t>The difference which intends to make this game stand out is using unique features contained only on mobile devices.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978855-BB38-7CB8-D466-C75F9EAF4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5975" y="1643256"/>
            <a:ext cx="5962650" cy="471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048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74736-769D-083B-367B-A31B3610D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Core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AC1A7-E1BB-53E2-6DF6-ED72C07358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73381"/>
            <a:ext cx="10086975" cy="3003581"/>
          </a:xfrm>
        </p:spPr>
        <p:txBody>
          <a:bodyPr>
            <a:normAutofit lnSpcReduction="10000"/>
          </a:bodyPr>
          <a:lstStyle/>
          <a:p>
            <a:r>
              <a:rPr lang="en-GB" dirty="0"/>
              <a:t>Game involves building your own farm.</a:t>
            </a:r>
          </a:p>
          <a:p>
            <a:r>
              <a:rPr lang="en-GB" dirty="0"/>
              <a:t>Farm will include animal pens and crops which can be harvested after a certain amount of time.</a:t>
            </a:r>
          </a:p>
          <a:p>
            <a:r>
              <a:rPr lang="en-GB" dirty="0"/>
              <a:t>Farmers will act as helpers to help maintain the farm such as cleaning and gathering.</a:t>
            </a:r>
          </a:p>
          <a:p>
            <a:r>
              <a:rPr lang="en-GB" dirty="0"/>
              <a:t>Buying and selling systems in place to provide currency.</a:t>
            </a:r>
          </a:p>
          <a:p>
            <a:r>
              <a:rPr lang="en-GB" dirty="0"/>
              <a:t>Currency used to purchase more on the farm.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FA9B2E-A750-CF43-78EC-196ABFFF18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3703" y="71068"/>
            <a:ext cx="6577798" cy="3102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013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EE4BF-093C-B2A3-F9BB-9FF183BAE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Phone Sensors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E7BE8-9151-14C8-D013-0D89DF7B84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Accelerometer used for the cow minigame whereby you must shake the phone to milk the cow.</a:t>
            </a:r>
          </a:p>
          <a:p>
            <a:r>
              <a:rPr lang="en-GB" dirty="0"/>
              <a:t>Gyro is used for the chicken minigame whereby the player tilts the basket to catch the eggs</a:t>
            </a:r>
          </a:p>
          <a:p>
            <a:r>
              <a:rPr lang="en-GB" dirty="0"/>
              <a:t>Microphone is used for the sheep minigame whereby the player blows into the mic to strip the wool.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34336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6332F-36C6-98B7-4C25-AFB1F298A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Frameworks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4CCBD-6EA5-1D85-CB57-7CC8456639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The game uses unity ads within the game. </a:t>
            </a:r>
          </a:p>
          <a:p>
            <a:pPr marL="0" indent="0">
              <a:buNone/>
            </a:pPr>
            <a:r>
              <a:rPr lang="en-GB" dirty="0"/>
              <a:t>	Banner ads in inventory</a:t>
            </a:r>
          </a:p>
          <a:p>
            <a:pPr marL="0" indent="0">
              <a:buNone/>
            </a:pPr>
            <a:r>
              <a:rPr lang="en-GB" dirty="0"/>
              <a:t>	Rewarded ads for minigame tokens</a:t>
            </a:r>
          </a:p>
          <a:p>
            <a:pPr marL="0" indent="0">
              <a:buNone/>
            </a:pPr>
            <a:r>
              <a:rPr lang="en-GB" dirty="0"/>
              <a:t>	Interstitial ads for collecting items</a:t>
            </a:r>
          </a:p>
          <a:p>
            <a:pPr marL="0" indent="0">
              <a:buNone/>
            </a:pPr>
            <a:r>
              <a:rPr lang="en-GB" dirty="0"/>
              <a:t>Microtransactions have been added to the game.</a:t>
            </a:r>
          </a:p>
          <a:p>
            <a:pPr marL="0" indent="0">
              <a:buNone/>
            </a:pPr>
            <a:r>
              <a:rPr lang="en-GB" dirty="0"/>
              <a:t>	Purchase premium currency (consumable)</a:t>
            </a:r>
          </a:p>
          <a:p>
            <a:pPr marL="0" indent="0">
              <a:buNone/>
            </a:pPr>
            <a:r>
              <a:rPr lang="en-GB" dirty="0"/>
              <a:t>	Purchase no ads option (non-consumable)</a:t>
            </a:r>
          </a:p>
          <a:p>
            <a:pPr marL="0" indent="0">
              <a:buNone/>
            </a:pPr>
            <a:r>
              <a:rPr lang="en-GB" dirty="0"/>
              <a:t>Third party vibrations</a:t>
            </a:r>
          </a:p>
          <a:p>
            <a:pPr marL="0" indent="0">
              <a:buNone/>
            </a:pPr>
            <a:r>
              <a:rPr lang="en-GB" dirty="0"/>
              <a:t>	When completing a minigame there</a:t>
            </a:r>
          </a:p>
        </p:txBody>
      </p:sp>
    </p:spTree>
    <p:extLst>
      <p:ext uri="{BB962C8B-B14F-4D97-AF65-F5344CB8AC3E}">
        <p14:creationId xmlns:p14="http://schemas.microsoft.com/office/powerpoint/2010/main" val="2763707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A5F9F-7EEC-6CA0-93A2-D66FF23CD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Publication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F8B69-59D1-2006-5EAA-EC5B6A63A9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Itch.io the game has been published on this platform </a:t>
            </a:r>
          </a:p>
          <a:p>
            <a:r>
              <a:rPr lang="en-GB" dirty="0"/>
              <a:t>The game is within the testing phase on the google play console</a:t>
            </a:r>
          </a:p>
        </p:txBody>
      </p:sp>
    </p:spTree>
    <p:extLst>
      <p:ext uri="{BB962C8B-B14F-4D97-AF65-F5344CB8AC3E}">
        <p14:creationId xmlns:p14="http://schemas.microsoft.com/office/powerpoint/2010/main" val="3458744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311</Words>
  <Application>Microsoft Office PowerPoint</Application>
  <PresentationFormat>Widescreen</PresentationFormat>
  <Paragraphs>33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Mobile Game Development</vt:lpstr>
      <vt:lpstr>Initial idea</vt:lpstr>
      <vt:lpstr>Why simulation?</vt:lpstr>
      <vt:lpstr>Core Features</vt:lpstr>
      <vt:lpstr>Phone Sensors</vt:lpstr>
      <vt:lpstr>Frameworks used</vt:lpstr>
      <vt:lpstr>Publication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Joshua Barnes</dc:creator>
  <cp:lastModifiedBy>Joshua Barnes</cp:lastModifiedBy>
  <cp:revision>2</cp:revision>
  <dcterms:created xsi:type="dcterms:W3CDTF">2025-10-16T10:32:33Z</dcterms:created>
  <dcterms:modified xsi:type="dcterms:W3CDTF">2026-01-03T14:17:13Z</dcterms:modified>
</cp:coreProperties>
</file>