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FB5CE-1AAC-AE20-99D6-BFBD3122F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ABA7D8-6AC1-7823-F37C-F498A7726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9DD5D-4552-E4E5-383E-7BC7461BC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09663-6338-40F2-7889-A2CD62789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EF8C3-C2AC-CDC7-76E7-61CD09AB7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697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68158-283A-9A47-35C9-2DB9E4C20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8C68B-5E92-DA57-5041-BEBBF0B27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8EB43-D8D6-50C0-F9CA-D1FCDFCB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A6AFC-706E-82D7-F4E0-085387078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397FD5-C318-5C81-94D2-FDB58620E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8642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90A67-70B6-40FB-A27A-A8743AEC4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0AAA45-2E3E-7832-DBA8-0E183BD8E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3034-3C7B-B3E0-BC38-5E4D31EFF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8EC44-77B3-9F6C-FF5C-407740A3C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5D160-2CBA-955D-9653-C9F0B3D3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242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371-89B3-250B-FFBE-C2A3FDD07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B543A-B685-51CB-B4E1-23166393B7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90C876-A545-B36F-823D-254EC757A3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E2AA23-745B-FBCD-16CB-CA3C09155B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799ACC-6805-6896-DA66-7B81424A7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A48C7-3CCA-D098-7F97-AAE5217B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1882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15FF-DEAD-5BA4-E2ED-BC362CBE2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EE8EA-C3D9-0E27-CF18-5DDFED7F5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63221-27E4-FE1A-B0E4-0D5DCE291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C5FA65-517B-17E9-5EA8-9ACB179842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757DD-B02E-0471-CC90-5057A21697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CC0825-EC78-B816-4F58-A4F04F425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5D6A48-B334-C33D-52E8-505B211C0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B0BC32-E4A4-0A05-D608-07E8374D9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594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486F-DB0F-9917-854F-6F79CB4FE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6AED4D-E4F0-D2A8-6ADB-959AB4AB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CAB74D-436E-F71A-05EA-6E72AF0B4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6503B-C8A5-0E03-B99C-F247BA4CB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323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FC032-6CD1-0FAA-B762-508EB8728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4DFB7-AB15-FBB7-DB92-79C9CE775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10222-2879-84C6-07A2-E1C9E0712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2606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37E4D-2727-2DD9-0B8A-C9C5C39DF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F3D12-9C5F-2403-D48D-8F484AA86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C3A384-BD36-CFD9-5CBE-CB7FBE229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6824B9-2EE7-BC81-1069-CDBC29F90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8386FC-05F4-4DF2-289F-B56060CCF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6AE1F-ADE4-A97B-5332-91887856F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9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43FC7-ACA4-6AB4-6F1E-EFF6396EB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C89F2-D8E5-0FFA-C417-655C501D45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77D3C-8687-B11E-8943-7E5213790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B4A6F2-6188-69F7-545C-62C7A8FA4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A8E588-A908-F6E6-F9B1-F2B8C2CE7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1C2A5B-8BC4-E72E-6543-DD4641A8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124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53A74-F0A6-AA0B-06DE-28DE094D4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25BE49-7C17-AFD5-641A-A0B1BA00B4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F82E5-6F56-731F-EFC2-F691A1340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81826-66D9-DEC6-1C8A-9DA9B690F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B797C-6F6D-A3D1-9B8D-1B610E7DC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8244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F7EF87-D8C8-E942-455E-A9750157E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985BF2-87B5-BCF7-24A3-C025B0DA1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E2C581-F783-49BD-3AFD-CE14C08A7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6B756-F7C3-F14E-C9BD-FB2B42314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4010E-67FE-BEB4-2273-B01861CD2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895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07B986-6D80-CF05-405D-3C8ABBC47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474D8-C8ED-3993-396D-1922C79FB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C27F9-7BF3-C5DE-FED1-A88E0D737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888B40-8E80-4791-BA32-6A3D7E3A79C3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76DCB-8275-4BF3-0859-4AC742B11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B142F-8CB8-C2F7-DFA4-0965D1252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606C18-D4D0-4106-83EA-0712F3A2FF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192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E5E9F-4E8E-4EDA-29F9-FFCBDE6B9A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Mobile Game Development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5CDE33-D6E9-2963-9956-FC6C2ED435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By Joshua Barnes</a:t>
            </a:r>
          </a:p>
        </p:txBody>
      </p:sp>
    </p:spTree>
    <p:extLst>
      <p:ext uri="{BB962C8B-B14F-4D97-AF65-F5344CB8AC3E}">
        <p14:creationId xmlns:p14="http://schemas.microsoft.com/office/powerpoint/2010/main" val="1544800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19D16-7BF8-D366-6125-C53E50C3C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Initial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8260A-72C0-5EB4-12B2-924F43547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develop a simulation game.</a:t>
            </a:r>
          </a:p>
          <a:p>
            <a:r>
              <a:rPr lang="en-GB" dirty="0"/>
              <a:t>Farming game that follows some core mechanics similar to games like: Hay Day and Farmville.</a:t>
            </a:r>
          </a:p>
          <a:p>
            <a:r>
              <a:rPr lang="en-GB" dirty="0"/>
              <a:t>The difference being that this game will involve mini games that take advantage of controls only mobile devices have.</a:t>
            </a:r>
          </a:p>
        </p:txBody>
      </p:sp>
    </p:spTree>
    <p:extLst>
      <p:ext uri="{BB962C8B-B14F-4D97-AF65-F5344CB8AC3E}">
        <p14:creationId xmlns:p14="http://schemas.microsoft.com/office/powerpoint/2010/main" val="3339110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EC4EE-1B26-3EC5-9BF3-1303D77DD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simulation?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658626-05CC-8CC7-3E63-1944C6D5E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86528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The following image shows the downloads of simulation games and the revenue made.</a:t>
            </a:r>
          </a:p>
          <a:p>
            <a:r>
              <a:rPr lang="en-GB" dirty="0"/>
              <a:t>200+ Mobile Gaming Market Statistics [2025 Report] shows that simulation and puzzle were the most downloaded mobile game genres</a:t>
            </a:r>
          </a:p>
          <a:p>
            <a:r>
              <a:rPr lang="en-GB" dirty="0"/>
              <a:t>The difference which intends to make this game stand out is using unique features contained only on mobile devices.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978855-BB38-7CB8-D466-C75F9EAF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975" y="1643256"/>
            <a:ext cx="5962650" cy="471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048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F1E7273E-E5A3-4B1D-BE3E-56F045D92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CF7FE1C-8BC5-4B0C-A2BC-93AB72C9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8100" y="-1"/>
            <a:ext cx="10423900" cy="5920155"/>
          </a:xfrm>
          <a:custGeom>
            <a:avLst/>
            <a:gdLst>
              <a:gd name="connsiteX0" fmla="*/ 10423900 w 10423900"/>
              <a:gd name="connsiteY0" fmla="*/ 0 h 5491534"/>
              <a:gd name="connsiteX1" fmla="*/ 3493157 w 10423900"/>
              <a:gd name="connsiteY1" fmla="*/ 0 h 5491534"/>
              <a:gd name="connsiteX2" fmla="*/ 3493018 w 10423900"/>
              <a:gd name="connsiteY2" fmla="*/ 31 h 5491534"/>
              <a:gd name="connsiteX3" fmla="*/ 3245493 w 10423900"/>
              <a:gd name="connsiteY3" fmla="*/ 104839 h 5491534"/>
              <a:gd name="connsiteX4" fmla="*/ 4434802 w 10423900"/>
              <a:gd name="connsiteY4" fmla="*/ 284558 h 5491534"/>
              <a:gd name="connsiteX5" fmla="*/ 4011937 w 10423900"/>
              <a:gd name="connsiteY5" fmla="*/ 395559 h 5491534"/>
              <a:gd name="connsiteX6" fmla="*/ 3573213 w 10423900"/>
              <a:gd name="connsiteY6" fmla="*/ 474847 h 5491534"/>
              <a:gd name="connsiteX7" fmla="*/ 3097489 w 10423900"/>
              <a:gd name="connsiteY7" fmla="*/ 532990 h 5491534"/>
              <a:gd name="connsiteX8" fmla="*/ 2664052 w 10423900"/>
              <a:gd name="connsiteY8" fmla="*/ 649279 h 5491534"/>
              <a:gd name="connsiteX9" fmla="*/ 3795218 w 10423900"/>
              <a:gd name="connsiteY9" fmla="*/ 696852 h 5491534"/>
              <a:gd name="connsiteX10" fmla="*/ 3208492 w 10423900"/>
              <a:gd name="connsiteY10" fmla="*/ 802568 h 5491534"/>
              <a:gd name="connsiteX11" fmla="*/ 2727483 w 10423900"/>
              <a:gd name="connsiteY11" fmla="*/ 939999 h 5491534"/>
              <a:gd name="connsiteX12" fmla="*/ 2389190 w 10423900"/>
              <a:gd name="connsiteY12" fmla="*/ 1003429 h 5491534"/>
              <a:gd name="connsiteX13" fmla="*/ 2029754 w 10423900"/>
              <a:gd name="connsiteY13" fmla="*/ 1019287 h 5491534"/>
              <a:gd name="connsiteX14" fmla="*/ 1945181 w 10423900"/>
              <a:gd name="connsiteY14" fmla="*/ 1119716 h 5491534"/>
              <a:gd name="connsiteX15" fmla="*/ 2056184 w 10423900"/>
              <a:gd name="connsiteY15" fmla="*/ 1225434 h 5491534"/>
              <a:gd name="connsiteX16" fmla="*/ 2225329 w 10423900"/>
              <a:gd name="connsiteY16" fmla="*/ 1236004 h 5491534"/>
              <a:gd name="connsiteX17" fmla="*/ 3234920 w 10423900"/>
              <a:gd name="connsiteY17" fmla="*/ 1262435 h 5491534"/>
              <a:gd name="connsiteX18" fmla="*/ 0 w 10423900"/>
              <a:gd name="connsiteY18" fmla="*/ 1495009 h 5491534"/>
              <a:gd name="connsiteX19" fmla="*/ 438724 w 10423900"/>
              <a:gd name="connsiteY19" fmla="*/ 1637728 h 5491534"/>
              <a:gd name="connsiteX20" fmla="*/ 586726 w 10423900"/>
              <a:gd name="connsiteY20" fmla="*/ 2028877 h 5491534"/>
              <a:gd name="connsiteX21" fmla="*/ 1125878 w 10423900"/>
              <a:gd name="connsiteY21" fmla="*/ 2250882 h 5491534"/>
              <a:gd name="connsiteX22" fmla="*/ 1474744 w 10423900"/>
              <a:gd name="connsiteY22" fmla="*/ 2330169 h 5491534"/>
              <a:gd name="connsiteX23" fmla="*/ 2272901 w 10423900"/>
              <a:gd name="connsiteY23" fmla="*/ 2446458 h 5491534"/>
              <a:gd name="connsiteX24" fmla="*/ 2389190 w 10423900"/>
              <a:gd name="connsiteY24" fmla="*/ 2636747 h 5491534"/>
              <a:gd name="connsiteX25" fmla="*/ 2489621 w 10423900"/>
              <a:gd name="connsiteY25" fmla="*/ 2848179 h 5491534"/>
              <a:gd name="connsiteX26" fmla="*/ 2701053 w 10423900"/>
              <a:gd name="connsiteY26" fmla="*/ 2985611 h 5491534"/>
              <a:gd name="connsiteX27" fmla="*/ 1057165 w 10423900"/>
              <a:gd name="connsiteY27" fmla="*/ 2964468 h 5491534"/>
              <a:gd name="connsiteX28" fmla="*/ 2912485 w 10423900"/>
              <a:gd name="connsiteY28" fmla="*/ 3408477 h 5491534"/>
              <a:gd name="connsiteX29" fmla="*/ 2748626 w 10423900"/>
              <a:gd name="connsiteY29" fmla="*/ 3582909 h 5491534"/>
              <a:gd name="connsiteX30" fmla="*/ 3763503 w 10423900"/>
              <a:gd name="connsiteY30" fmla="*/ 3820771 h 5491534"/>
              <a:gd name="connsiteX31" fmla="*/ 3219063 w 10423900"/>
              <a:gd name="connsiteY31" fmla="*/ 3847199 h 5491534"/>
              <a:gd name="connsiteX32" fmla="*/ 6385269 w 10423900"/>
              <a:gd name="connsiteY32" fmla="*/ 4840933 h 5491534"/>
              <a:gd name="connsiteX33" fmla="*/ 10285854 w 10423900"/>
              <a:gd name="connsiteY33" fmla="*/ 5471118 h 5491534"/>
              <a:gd name="connsiteX34" fmla="*/ 10423900 w 10423900"/>
              <a:gd name="connsiteY34" fmla="*/ 5491534 h 549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3900" h="5491534">
                <a:moveTo>
                  <a:pt x="10423900" y="0"/>
                </a:moveTo>
                <a:lnTo>
                  <a:pt x="3493157" y="0"/>
                </a:lnTo>
                <a:lnTo>
                  <a:pt x="3493018" y="31"/>
                </a:lnTo>
                <a:cubicBezTo>
                  <a:pt x="3414969" y="12668"/>
                  <a:pt x="3328744" y="21588"/>
                  <a:pt x="3245493" y="104839"/>
                </a:cubicBezTo>
                <a:cubicBezTo>
                  <a:pt x="3668357" y="162984"/>
                  <a:pt x="4075366" y="51981"/>
                  <a:pt x="4434802" y="284558"/>
                </a:cubicBezTo>
                <a:cubicBezTo>
                  <a:pt x="4302656" y="400846"/>
                  <a:pt x="4154654" y="374416"/>
                  <a:pt x="4011937" y="395559"/>
                </a:cubicBezTo>
                <a:cubicBezTo>
                  <a:pt x="3863934" y="416704"/>
                  <a:pt x="3721217" y="453704"/>
                  <a:pt x="3573213" y="474847"/>
                </a:cubicBezTo>
                <a:cubicBezTo>
                  <a:pt x="3414639" y="501275"/>
                  <a:pt x="3256063" y="506562"/>
                  <a:pt x="3097489" y="532990"/>
                </a:cubicBezTo>
                <a:cubicBezTo>
                  <a:pt x="2965345" y="554135"/>
                  <a:pt x="2822627" y="517133"/>
                  <a:pt x="2664052" y="649279"/>
                </a:cubicBezTo>
                <a:cubicBezTo>
                  <a:pt x="3055203" y="744424"/>
                  <a:pt x="3409352" y="601706"/>
                  <a:pt x="3795218" y="696852"/>
                </a:cubicBezTo>
                <a:cubicBezTo>
                  <a:pt x="3567928" y="781425"/>
                  <a:pt x="3382924" y="754995"/>
                  <a:pt x="3208492" y="802568"/>
                </a:cubicBezTo>
                <a:cubicBezTo>
                  <a:pt x="3049916" y="850140"/>
                  <a:pt x="2859627" y="797282"/>
                  <a:pt x="2727483" y="939999"/>
                </a:cubicBezTo>
                <a:cubicBezTo>
                  <a:pt x="2627052" y="1051000"/>
                  <a:pt x="2521336" y="1066858"/>
                  <a:pt x="2389190" y="1003429"/>
                </a:cubicBezTo>
                <a:cubicBezTo>
                  <a:pt x="2272901" y="945284"/>
                  <a:pt x="2146043" y="961142"/>
                  <a:pt x="2029754" y="1019287"/>
                </a:cubicBezTo>
                <a:cubicBezTo>
                  <a:pt x="1987468" y="1040430"/>
                  <a:pt x="1945181" y="1066858"/>
                  <a:pt x="1945181" y="1119716"/>
                </a:cubicBezTo>
                <a:cubicBezTo>
                  <a:pt x="1945181" y="1193719"/>
                  <a:pt x="1998039" y="1214862"/>
                  <a:pt x="2056184" y="1225434"/>
                </a:cubicBezTo>
                <a:cubicBezTo>
                  <a:pt x="2109042" y="1236004"/>
                  <a:pt x="2172471" y="1246577"/>
                  <a:pt x="2225329" y="1236004"/>
                </a:cubicBezTo>
                <a:cubicBezTo>
                  <a:pt x="2563622" y="1177861"/>
                  <a:pt x="2896629" y="1273005"/>
                  <a:pt x="3234920" y="1262435"/>
                </a:cubicBezTo>
                <a:cubicBezTo>
                  <a:pt x="2172471" y="1489724"/>
                  <a:pt x="1099450" y="1415723"/>
                  <a:pt x="0" y="1495009"/>
                </a:cubicBezTo>
                <a:cubicBezTo>
                  <a:pt x="142717" y="1653583"/>
                  <a:pt x="327721" y="1521439"/>
                  <a:pt x="438724" y="1637728"/>
                </a:cubicBezTo>
                <a:cubicBezTo>
                  <a:pt x="333006" y="1880875"/>
                  <a:pt x="375293" y="2013020"/>
                  <a:pt x="586726" y="2028877"/>
                </a:cubicBezTo>
                <a:cubicBezTo>
                  <a:pt x="792873" y="2044734"/>
                  <a:pt x="1014877" y="1960161"/>
                  <a:pt x="1125878" y="2250882"/>
                </a:cubicBezTo>
                <a:cubicBezTo>
                  <a:pt x="1157593" y="2340740"/>
                  <a:pt x="1353170" y="2314312"/>
                  <a:pt x="1474744" y="2330169"/>
                </a:cubicBezTo>
                <a:cubicBezTo>
                  <a:pt x="1739034" y="2367170"/>
                  <a:pt x="2019183" y="2330169"/>
                  <a:pt x="2272901" y="2446458"/>
                </a:cubicBezTo>
                <a:cubicBezTo>
                  <a:pt x="2373332" y="2488744"/>
                  <a:pt x="2442048" y="2520459"/>
                  <a:pt x="2389190" y="2636747"/>
                </a:cubicBezTo>
                <a:cubicBezTo>
                  <a:pt x="2336332" y="2758321"/>
                  <a:pt x="2405048" y="2800607"/>
                  <a:pt x="2489621" y="2848179"/>
                </a:cubicBezTo>
                <a:cubicBezTo>
                  <a:pt x="2553051" y="2885180"/>
                  <a:pt x="2648195" y="2874609"/>
                  <a:pt x="2701053" y="2985611"/>
                </a:cubicBezTo>
                <a:cubicBezTo>
                  <a:pt x="2146043" y="2969753"/>
                  <a:pt x="1606888" y="2879895"/>
                  <a:pt x="1057165" y="2964468"/>
                </a:cubicBezTo>
                <a:cubicBezTo>
                  <a:pt x="1659748" y="3175900"/>
                  <a:pt x="2320474" y="3165328"/>
                  <a:pt x="2912485" y="3408477"/>
                </a:cubicBezTo>
                <a:cubicBezTo>
                  <a:pt x="2891342" y="3493050"/>
                  <a:pt x="2753911" y="3456048"/>
                  <a:pt x="2748626" y="3582909"/>
                </a:cubicBezTo>
                <a:cubicBezTo>
                  <a:pt x="3060489" y="3715055"/>
                  <a:pt x="3435782" y="3625195"/>
                  <a:pt x="3763503" y="3820771"/>
                </a:cubicBezTo>
                <a:cubicBezTo>
                  <a:pt x="3573213" y="3910629"/>
                  <a:pt x="3398782" y="3762626"/>
                  <a:pt x="3219063" y="3847199"/>
                </a:cubicBezTo>
                <a:cubicBezTo>
                  <a:pt x="3277208" y="3974060"/>
                  <a:pt x="5909545" y="4756360"/>
                  <a:pt x="6385269" y="4840933"/>
                </a:cubicBezTo>
                <a:cubicBezTo>
                  <a:pt x="7171204" y="4982659"/>
                  <a:pt x="9157515" y="5302348"/>
                  <a:pt x="10285854" y="5471118"/>
                </a:cubicBezTo>
                <a:lnTo>
                  <a:pt x="10423900" y="5491534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pPr defTabSz="457200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7A74736-769D-083B-367B-A31B3610D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6156" y="365125"/>
            <a:ext cx="5827643" cy="1433433"/>
          </a:xfrm>
        </p:spPr>
        <p:txBody>
          <a:bodyPr anchor="b">
            <a:normAutofit/>
          </a:bodyPr>
          <a:lstStyle/>
          <a:p>
            <a:r>
              <a:rPr lang="en-GB" dirty="0"/>
              <a:t>Core Features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8BD57-FD06-2880-6469-471CF01CE3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49" y="711647"/>
            <a:ext cx="3940444" cy="16155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BBB9DB-898F-28CB-ED7D-D3CB43F1C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47" y="2624458"/>
            <a:ext cx="3940445" cy="16155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FA9B2E-A750-CF43-78EC-196ABFFF1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005" y="4443540"/>
            <a:ext cx="3748131" cy="177099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AC1A7-E1BB-53E2-6DF6-ED72C0735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6156" y="2055813"/>
            <a:ext cx="5827644" cy="4121149"/>
          </a:xfrm>
        </p:spPr>
        <p:txBody>
          <a:bodyPr anchor="t">
            <a:normAutofit/>
          </a:bodyPr>
          <a:lstStyle/>
          <a:p>
            <a:r>
              <a:rPr lang="en-GB" sz="2000"/>
              <a:t>Game involves building your own farm.</a:t>
            </a:r>
          </a:p>
          <a:p>
            <a:r>
              <a:rPr lang="en-GB" sz="2000"/>
              <a:t>Farm will include animal pens and crops which can be harvested after a certain amount of time.</a:t>
            </a:r>
          </a:p>
          <a:p>
            <a:r>
              <a:rPr lang="en-GB" sz="2000"/>
              <a:t>Farmers will act as helpers to help maintain the farm such as cleaning and gathering.</a:t>
            </a:r>
          </a:p>
          <a:p>
            <a:r>
              <a:rPr lang="en-GB" sz="2000"/>
              <a:t>Buying and selling systems in place to provide currency.</a:t>
            </a:r>
          </a:p>
          <a:p>
            <a:r>
              <a:rPr lang="en-GB" sz="2000"/>
              <a:t>Currency used to purchase more on the farm.</a:t>
            </a:r>
          </a:p>
        </p:txBody>
      </p:sp>
    </p:spTree>
    <p:extLst>
      <p:ext uri="{BB962C8B-B14F-4D97-AF65-F5344CB8AC3E}">
        <p14:creationId xmlns:p14="http://schemas.microsoft.com/office/powerpoint/2010/main" val="1031013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E60C6D-4E85-4E14-BCDF-BF15C241F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CEE4BF-093C-B2A3-F9BB-9FF183BAE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1294" y="486184"/>
            <a:ext cx="5397237" cy="1325563"/>
          </a:xfrm>
        </p:spPr>
        <p:txBody>
          <a:bodyPr>
            <a:normAutofit/>
          </a:bodyPr>
          <a:lstStyle/>
          <a:p>
            <a:r>
              <a:rPr lang="en-GB" dirty="0"/>
              <a:t>Phone Sensors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8A55FE-73AA-DE96-DC9A-0CDC7051FA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53" y="1031405"/>
            <a:ext cx="4555700" cy="1867837"/>
          </a:xfrm>
          <a:custGeom>
            <a:avLst/>
            <a:gdLst/>
            <a:ahLst/>
            <a:cxnLst/>
            <a:rect l="l" t="t" r="r" b="b"/>
            <a:pathLst>
              <a:path w="4555700" h="2733294">
                <a:moveTo>
                  <a:pt x="82217" y="0"/>
                </a:moveTo>
                <a:lnTo>
                  <a:pt x="4473483" y="0"/>
                </a:lnTo>
                <a:cubicBezTo>
                  <a:pt x="4518890" y="0"/>
                  <a:pt x="4555700" y="36810"/>
                  <a:pt x="4555700" y="82217"/>
                </a:cubicBezTo>
                <a:lnTo>
                  <a:pt x="4555700" y="2651077"/>
                </a:lnTo>
                <a:cubicBezTo>
                  <a:pt x="4555700" y="2696484"/>
                  <a:pt x="4518890" y="2733294"/>
                  <a:pt x="4473483" y="2733294"/>
                </a:cubicBezTo>
                <a:lnTo>
                  <a:pt x="82217" y="2733294"/>
                </a:lnTo>
                <a:cubicBezTo>
                  <a:pt x="36810" y="2733294"/>
                  <a:pt x="0" y="2696484"/>
                  <a:pt x="0" y="2651077"/>
                </a:cubicBezTo>
                <a:lnTo>
                  <a:pt x="0" y="82217"/>
                </a:lnTo>
                <a:cubicBezTo>
                  <a:pt x="0" y="36810"/>
                  <a:pt x="36810" y="0"/>
                  <a:pt x="82217" y="0"/>
                </a:cubicBezTo>
                <a:close/>
              </a:path>
            </a:pathLst>
          </a:cu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42D292-4C48-479B-9E59-E29CD9871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4F5312-AA18-76F0-A00A-8F4467696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53" y="3958757"/>
            <a:ext cx="4555700" cy="1867837"/>
          </a:xfrm>
          <a:custGeom>
            <a:avLst/>
            <a:gdLst/>
            <a:ahLst/>
            <a:cxnLst/>
            <a:rect l="l" t="t" r="r" b="b"/>
            <a:pathLst>
              <a:path w="4438338" h="2323972">
                <a:moveTo>
                  <a:pt x="69905" y="0"/>
                </a:moveTo>
                <a:lnTo>
                  <a:pt x="4368433" y="0"/>
                </a:lnTo>
                <a:cubicBezTo>
                  <a:pt x="4407040" y="0"/>
                  <a:pt x="4438338" y="31298"/>
                  <a:pt x="4438338" y="69905"/>
                </a:cubicBezTo>
                <a:lnTo>
                  <a:pt x="4438338" y="2254067"/>
                </a:lnTo>
                <a:cubicBezTo>
                  <a:pt x="4438338" y="2292674"/>
                  <a:pt x="4407040" y="2323972"/>
                  <a:pt x="4368433" y="2323972"/>
                </a:cubicBezTo>
                <a:lnTo>
                  <a:pt x="69905" y="2323972"/>
                </a:lnTo>
                <a:cubicBezTo>
                  <a:pt x="31298" y="2323972"/>
                  <a:pt x="0" y="2292674"/>
                  <a:pt x="0" y="2254067"/>
                </a:cubicBezTo>
                <a:lnTo>
                  <a:pt x="0" y="69905"/>
                </a:lnTo>
                <a:cubicBezTo>
                  <a:pt x="0" y="31298"/>
                  <a:pt x="31298" y="0"/>
                  <a:pt x="69905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E7BE8-9151-14C8-D013-0D89DF7B8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1294" y="1946684"/>
            <a:ext cx="5397237" cy="4351338"/>
          </a:xfrm>
        </p:spPr>
        <p:txBody>
          <a:bodyPr>
            <a:normAutofit/>
          </a:bodyPr>
          <a:lstStyle/>
          <a:p>
            <a:r>
              <a:rPr lang="en-GB" sz="2600"/>
              <a:t>Accelerometer used for the cow minigame whereby you must shake the phone to milk the cow.</a:t>
            </a:r>
          </a:p>
          <a:p>
            <a:r>
              <a:rPr lang="en-GB" sz="2600"/>
              <a:t>Gyro is used for the chicken minigame whereby the player tilts the basket to catch the eggs</a:t>
            </a:r>
          </a:p>
          <a:p>
            <a:r>
              <a:rPr lang="en-GB" sz="2600"/>
              <a:t>Microphone is used for the sheep minigame whereby the player blows into the mic to strip the wool.</a:t>
            </a:r>
          </a:p>
          <a:p>
            <a:endParaRPr lang="en-GB" sz="260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33DF362-939D-4EEE-8DC4-6B54607E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95198">
            <a:off x="1539683" y="162676"/>
            <a:ext cx="4083433" cy="4083433"/>
          </a:xfrm>
          <a:prstGeom prst="arc">
            <a:avLst>
              <a:gd name="adj1" fmla="val 17445962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4336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3E60C6D-4E85-4E14-BCDF-BF15C241F7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6332F-36C6-98B7-4C25-AFB1F298AE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1294" y="486184"/>
            <a:ext cx="5397237" cy="1325563"/>
          </a:xfrm>
        </p:spPr>
        <p:txBody>
          <a:bodyPr>
            <a:normAutofit/>
          </a:bodyPr>
          <a:lstStyle/>
          <a:p>
            <a:r>
              <a:rPr lang="en-GB" dirty="0"/>
              <a:t>Frameworks used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5F15F3-AA1D-BE64-56A0-E719F0030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53" y="1031405"/>
            <a:ext cx="4555700" cy="1867837"/>
          </a:xfrm>
          <a:custGeom>
            <a:avLst/>
            <a:gdLst/>
            <a:ahLst/>
            <a:cxnLst/>
            <a:rect l="l" t="t" r="r" b="b"/>
            <a:pathLst>
              <a:path w="4555700" h="2733294">
                <a:moveTo>
                  <a:pt x="82217" y="0"/>
                </a:moveTo>
                <a:lnTo>
                  <a:pt x="4473483" y="0"/>
                </a:lnTo>
                <a:cubicBezTo>
                  <a:pt x="4518890" y="0"/>
                  <a:pt x="4555700" y="36810"/>
                  <a:pt x="4555700" y="82217"/>
                </a:cubicBezTo>
                <a:lnTo>
                  <a:pt x="4555700" y="2651077"/>
                </a:lnTo>
                <a:cubicBezTo>
                  <a:pt x="4555700" y="2696484"/>
                  <a:pt x="4518890" y="2733294"/>
                  <a:pt x="4473483" y="2733294"/>
                </a:cubicBezTo>
                <a:lnTo>
                  <a:pt x="82217" y="2733294"/>
                </a:lnTo>
                <a:cubicBezTo>
                  <a:pt x="36810" y="2733294"/>
                  <a:pt x="0" y="2696484"/>
                  <a:pt x="0" y="2651077"/>
                </a:cubicBezTo>
                <a:lnTo>
                  <a:pt x="0" y="82217"/>
                </a:lnTo>
                <a:cubicBezTo>
                  <a:pt x="0" y="36810"/>
                  <a:pt x="36810" y="0"/>
                  <a:pt x="82217" y="0"/>
                </a:cubicBezTo>
                <a:close/>
              </a:path>
            </a:pathLst>
          </a:custGeom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42D292-4C48-479B-9E59-E29CD9871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5E9412-025B-4B5D-AE93-6DA434EC7F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353" y="3861948"/>
            <a:ext cx="4555700" cy="2061454"/>
          </a:xfrm>
          <a:custGeom>
            <a:avLst/>
            <a:gdLst/>
            <a:ahLst/>
            <a:cxnLst/>
            <a:rect l="l" t="t" r="r" b="b"/>
            <a:pathLst>
              <a:path w="4438338" h="2323972">
                <a:moveTo>
                  <a:pt x="69905" y="0"/>
                </a:moveTo>
                <a:lnTo>
                  <a:pt x="4368433" y="0"/>
                </a:lnTo>
                <a:cubicBezTo>
                  <a:pt x="4407040" y="0"/>
                  <a:pt x="4438338" y="31298"/>
                  <a:pt x="4438338" y="69905"/>
                </a:cubicBezTo>
                <a:lnTo>
                  <a:pt x="4438338" y="2254067"/>
                </a:lnTo>
                <a:cubicBezTo>
                  <a:pt x="4438338" y="2292674"/>
                  <a:pt x="4407040" y="2323972"/>
                  <a:pt x="4368433" y="2323972"/>
                </a:cubicBezTo>
                <a:lnTo>
                  <a:pt x="69905" y="2323972"/>
                </a:lnTo>
                <a:cubicBezTo>
                  <a:pt x="31298" y="2323972"/>
                  <a:pt x="0" y="2292674"/>
                  <a:pt x="0" y="2254067"/>
                </a:cubicBezTo>
                <a:lnTo>
                  <a:pt x="0" y="69905"/>
                </a:lnTo>
                <a:cubicBezTo>
                  <a:pt x="0" y="31298"/>
                  <a:pt x="31298" y="0"/>
                  <a:pt x="69905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4CCBD-6EA5-1D85-CB57-7CC8456639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1294" y="1946684"/>
            <a:ext cx="539723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500"/>
              <a:t>The game uses unity ads within the game. </a:t>
            </a:r>
          </a:p>
          <a:p>
            <a:pPr marL="0" indent="0">
              <a:buNone/>
            </a:pPr>
            <a:r>
              <a:rPr lang="en-GB" sz="1500"/>
              <a:t>	Banner ads in inventory</a:t>
            </a:r>
          </a:p>
          <a:p>
            <a:pPr marL="0" indent="0">
              <a:buNone/>
            </a:pPr>
            <a:r>
              <a:rPr lang="en-GB" sz="1500"/>
              <a:t>	Rewarded ads for minigame tokens</a:t>
            </a:r>
          </a:p>
          <a:p>
            <a:pPr marL="0" indent="0">
              <a:buNone/>
            </a:pPr>
            <a:r>
              <a:rPr lang="en-GB" sz="1500"/>
              <a:t>	Interstitial ads for collecting items</a:t>
            </a:r>
          </a:p>
          <a:p>
            <a:pPr marL="0" indent="0">
              <a:buNone/>
            </a:pPr>
            <a:r>
              <a:rPr lang="en-GB" sz="1500"/>
              <a:t>Microtransactions have been added to the game.</a:t>
            </a:r>
          </a:p>
          <a:p>
            <a:pPr marL="0" indent="0">
              <a:buNone/>
            </a:pPr>
            <a:r>
              <a:rPr lang="en-GB" sz="1500"/>
              <a:t>	Purchase premium currency (consumable)</a:t>
            </a:r>
          </a:p>
          <a:p>
            <a:pPr marL="0" indent="0">
              <a:buNone/>
            </a:pPr>
            <a:r>
              <a:rPr lang="en-GB" sz="1500"/>
              <a:t>	Purchase no ads option (non-consumable)</a:t>
            </a:r>
          </a:p>
          <a:p>
            <a:pPr marL="0" indent="0">
              <a:buNone/>
            </a:pPr>
            <a:r>
              <a:rPr lang="en-GB" sz="1500"/>
              <a:t>Third party vibrations</a:t>
            </a:r>
          </a:p>
          <a:p>
            <a:pPr marL="0" indent="0">
              <a:buNone/>
            </a:pPr>
            <a:r>
              <a:rPr lang="en-GB" sz="1500"/>
              <a:t>	When completing a minigame there is a long vibration</a:t>
            </a:r>
          </a:p>
          <a:p>
            <a:pPr marL="0" indent="0">
              <a:buNone/>
            </a:pPr>
            <a:r>
              <a:rPr lang="en-GB" sz="1500"/>
              <a:t>	Collecting items result in a short vibration </a:t>
            </a:r>
          </a:p>
          <a:p>
            <a:pPr marL="0" indent="0">
              <a:buNone/>
            </a:pPr>
            <a:r>
              <a:rPr lang="en-GB" sz="1500"/>
              <a:t>	Buying new pens results in a short burst of vibrations</a:t>
            </a: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33DF362-939D-4EEE-8DC4-6B54607E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95198">
            <a:off x="1539683" y="162676"/>
            <a:ext cx="4083433" cy="4083433"/>
          </a:xfrm>
          <a:prstGeom prst="arc">
            <a:avLst>
              <a:gd name="adj1" fmla="val 17445962"/>
              <a:gd name="adj2" fmla="val 0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707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7891482-C38A-4F0C-8183-0121632F0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8A5F9F-7EEC-6CA0-93A2-D66FF23CD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0129" y="486184"/>
            <a:ext cx="6118403" cy="1325563"/>
          </a:xfrm>
        </p:spPr>
        <p:txBody>
          <a:bodyPr>
            <a:normAutofit/>
          </a:bodyPr>
          <a:lstStyle/>
          <a:p>
            <a:r>
              <a:rPr lang="en-GB"/>
              <a:t>Publication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5C4EC4-0825-45AA-1519-8F1ED0375A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6" y="843852"/>
            <a:ext cx="4100921" cy="2019703"/>
          </a:xfrm>
          <a:custGeom>
            <a:avLst/>
            <a:gdLst/>
            <a:ahLst/>
            <a:cxnLst/>
            <a:rect l="l" t="t" r="r" b="b"/>
            <a:pathLst>
              <a:path w="4114800" h="5712488">
                <a:moveTo>
                  <a:pt x="133155" y="0"/>
                </a:moveTo>
                <a:lnTo>
                  <a:pt x="3981645" y="0"/>
                </a:lnTo>
                <a:cubicBezTo>
                  <a:pt x="4055184" y="0"/>
                  <a:pt x="4114800" y="59616"/>
                  <a:pt x="4114800" y="133155"/>
                </a:cubicBezTo>
                <a:lnTo>
                  <a:pt x="4114800" y="5579333"/>
                </a:lnTo>
                <a:cubicBezTo>
                  <a:pt x="4114800" y="5652872"/>
                  <a:pt x="4055184" y="5712488"/>
                  <a:pt x="3981645" y="5712488"/>
                </a:cubicBezTo>
                <a:lnTo>
                  <a:pt x="133155" y="5712488"/>
                </a:lnTo>
                <a:cubicBezTo>
                  <a:pt x="59616" y="5712488"/>
                  <a:pt x="0" y="5652872"/>
                  <a:pt x="0" y="5579333"/>
                </a:cubicBezTo>
                <a:lnTo>
                  <a:pt x="0" y="133155"/>
                </a:lnTo>
                <a:cubicBezTo>
                  <a:pt x="0" y="59616"/>
                  <a:pt x="59616" y="0"/>
                  <a:pt x="133155" y="0"/>
                </a:cubicBez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6191D5-A122-C6A0-BE7E-6765DD73B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66" y="3875723"/>
            <a:ext cx="4072421" cy="2148202"/>
          </a:xfrm>
          <a:custGeom>
            <a:avLst/>
            <a:gdLst/>
            <a:ahLst/>
            <a:cxnLst/>
            <a:rect l="l" t="t" r="r" b="b"/>
            <a:pathLst>
              <a:path w="4114800" h="5712488">
                <a:moveTo>
                  <a:pt x="133155" y="0"/>
                </a:moveTo>
                <a:lnTo>
                  <a:pt x="3981645" y="0"/>
                </a:lnTo>
                <a:cubicBezTo>
                  <a:pt x="4055184" y="0"/>
                  <a:pt x="4114800" y="59616"/>
                  <a:pt x="4114800" y="133155"/>
                </a:cubicBezTo>
                <a:lnTo>
                  <a:pt x="4114800" y="5579333"/>
                </a:lnTo>
                <a:cubicBezTo>
                  <a:pt x="4114800" y="5652872"/>
                  <a:pt x="4055184" y="5712488"/>
                  <a:pt x="3981645" y="5712488"/>
                </a:cubicBezTo>
                <a:lnTo>
                  <a:pt x="133155" y="5712488"/>
                </a:lnTo>
                <a:cubicBezTo>
                  <a:pt x="59616" y="5712488"/>
                  <a:pt x="0" y="5652872"/>
                  <a:pt x="0" y="5579333"/>
                </a:cubicBezTo>
                <a:lnTo>
                  <a:pt x="0" y="133155"/>
                </a:lnTo>
                <a:cubicBezTo>
                  <a:pt x="0" y="59616"/>
                  <a:pt x="59616" y="0"/>
                  <a:pt x="133155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F8B69-59D1-2006-5EAA-EC5B6A63A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0129" y="1946684"/>
            <a:ext cx="6118403" cy="4351338"/>
          </a:xfrm>
        </p:spPr>
        <p:txBody>
          <a:bodyPr>
            <a:normAutofit/>
          </a:bodyPr>
          <a:lstStyle/>
          <a:p>
            <a:r>
              <a:rPr lang="en-GB" dirty="0"/>
              <a:t>Itch.io the game has been published on this platform </a:t>
            </a:r>
          </a:p>
          <a:p>
            <a:r>
              <a:rPr lang="en-GB" dirty="0"/>
              <a:t>The game is within the testing phase on the google play console</a:t>
            </a:r>
          </a:p>
          <a:p>
            <a:r>
              <a:rPr lang="en-GB" dirty="0"/>
              <a:t>Project available on </a:t>
            </a:r>
            <a:r>
              <a:rPr lang="en-GB" dirty="0" err="1"/>
              <a:t>github</a:t>
            </a:r>
            <a:r>
              <a:rPr lang="en-GB" dirty="0"/>
              <a:t>.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DA4B6E73-2318-4814-8EB1-306D537236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064111">
            <a:off x="-991925" y="5644752"/>
            <a:ext cx="2987899" cy="2987899"/>
          </a:xfrm>
          <a:prstGeom prst="arc">
            <a:avLst>
              <a:gd name="adj1" fmla="val 16200000"/>
              <a:gd name="adj2" fmla="val 21581479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8744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339</Words>
  <Application>Microsoft Office PowerPoint</Application>
  <PresentationFormat>Widescreen</PresentationFormat>
  <Paragraphs>36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Calibri</vt:lpstr>
      <vt:lpstr>Office Theme</vt:lpstr>
      <vt:lpstr>Mobile Game Development</vt:lpstr>
      <vt:lpstr>Initial idea</vt:lpstr>
      <vt:lpstr>Why simulation?</vt:lpstr>
      <vt:lpstr>Core Features</vt:lpstr>
      <vt:lpstr>Phone Sensors</vt:lpstr>
      <vt:lpstr>Frameworks used</vt:lpstr>
      <vt:lpstr>Publication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Joshua Barnes</dc:creator>
  <cp:lastModifiedBy>Joshua Barnes</cp:lastModifiedBy>
  <cp:revision>4</cp:revision>
  <dcterms:created xsi:type="dcterms:W3CDTF">2025-10-16T10:32:33Z</dcterms:created>
  <dcterms:modified xsi:type="dcterms:W3CDTF">2026-01-03T15:06:01Z</dcterms:modified>
</cp:coreProperties>
</file>